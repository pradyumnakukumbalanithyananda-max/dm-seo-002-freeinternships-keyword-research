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Keywords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Informational</c:v>
                </c:pt>
                <c:pt idx="1">
                  <c:v>Commercial</c:v>
                </c:pt>
                <c:pt idx="2">
                  <c:v>Transactional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83</c:v>
                </c:pt>
                <c:pt idx="2">
                  <c:v>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Keywords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Web/Full Stack</c:v>
                </c:pt>
                <c:pt idx="1">
                  <c:v>Digital Marketing</c:v>
                </c:pt>
                <c:pt idx="2">
                  <c:v>Free Online</c:v>
                </c:pt>
                <c:pt idx="3">
                  <c:v>Students/Freshers</c:v>
                </c:pt>
                <c:pt idx="4">
                  <c:v>AI/Data Science</c:v>
                </c:pt>
                <c:pt idx="5">
                  <c:v>UI/UX</c:v>
                </c:pt>
                <c:pt idx="6">
                  <c:v>Remote</c:v>
                </c:pt>
                <c:pt idx="7">
                  <c:v>Certificates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</c:v>
                </c:pt>
                <c:pt idx="1">
                  <c:v>40</c:v>
                </c:pt>
                <c:pt idx="2">
                  <c:v>19</c:v>
                </c:pt>
                <c:pt idx="3">
                  <c:v>15</c:v>
                </c:pt>
                <c:pt idx="4">
                  <c:v>15</c:v>
                </c:pt>
                <c:pt idx="5">
                  <c:v>14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4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Keyword Research &amp; SEO Strategy</a:t>
            </a:r>
          </a:p>
          <a:p>
            <a:pPr>
              <a:defRPr sz="2500">
                <a:solidFill>
                  <a:srgbClr val="FFFFFF"/>
                </a:solidFill>
              </a:defRPr>
            </a:pPr>
            <a:r>
              <a:t>DM-SEO-002 | FreeInternships.in</a:t>
            </a:r>
          </a:p>
          <a:p>
            <a:pPr>
              <a:defRPr sz="1900">
                <a:solidFill>
                  <a:srgbClr val="BED2EB"/>
                </a:solidFill>
              </a:defRPr>
            </a:pPr>
            <a:r>
              <a:t>Final Internship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937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Student Code: DAS007834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45D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Real keyword research project for FreeInternships.in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Objective: identify, analyze and organize search opportunities around online internships.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Target themes: digital marketing, SEO, web/full-stack, AI &amp; Data Science, UI/UX and student internships.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Workflow: research → expansion → validation framework → competitor analysis → clustering → final SEO strategy.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Final output: keyword portfolio, content architecture, internal linking plan, technical SEO actions and 30-day roadmap.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45D"/>
                </a:solidFill>
              </a:defRPr>
            </a:pPr>
            <a:r>
              <a:t>Day 1–2 — Research &amp; Keyword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Started with 10 seed keyword groups covering core internship categories.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Expanded into long-tail, question-based, related and semantic searches.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Day 2 expansion contained 157 keywords before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Search intent was classified into commercial, informational and transactional groups.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SEO-tool metrics were intentionally left for validation in Ahrefs, SEMrush, Google Keyword Planner or Ubersuggest.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66360"/>
            <a:ext cx="2103120" cy="91440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62A3"/>
                </a:solidFill>
              </a:defRPr>
            </a:pPr>
            <a:r>
              <a:t>10</a:t>
            </a:r>
          </a:p>
          <a:p>
            <a:pPr algn="ctr">
              <a:defRPr sz="1000"/>
            </a:pPr>
            <a:r>
              <a:t>Seed groups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5166360"/>
            <a:ext cx="2103120" cy="91440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62A3"/>
                </a:solidFill>
              </a:defRPr>
            </a:pPr>
            <a:r>
              <a:t>157</a:t>
            </a:r>
          </a:p>
          <a:p>
            <a:pPr algn="ctr">
              <a:defRPr sz="1000"/>
            </a:pPr>
            <a:r>
              <a:t>Day 2 keywords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5166360"/>
            <a:ext cx="2103120" cy="91440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62A3"/>
                </a:solidFill>
              </a:defRPr>
            </a:pPr>
            <a:r>
              <a:t>83</a:t>
            </a:r>
          </a:p>
          <a:p>
            <a:pPr algn="ctr">
              <a:defRPr sz="1000"/>
            </a:pPr>
            <a:r>
              <a:t>Commercial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5166360"/>
            <a:ext cx="2103120" cy="91440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62A3"/>
                </a:solidFill>
              </a:defRPr>
            </a:pPr>
            <a:r>
              <a:t>39</a:t>
            </a:r>
          </a:p>
          <a:p>
            <a:pPr algn="ctr">
              <a:defRPr sz="1000"/>
            </a:pPr>
            <a:r>
              <a:t>Transactional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45D"/>
                </a:solidFill>
              </a:defRPr>
            </a:pPr>
            <a:r>
              <a:t>Day 3 — Keyword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153 keywords carried into the analysis framework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1732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20840" y="15544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153 keywords analyzed.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Priority framework: 85 High, 35 Medium and 33 Low.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Search Volume, KD and CPC remain fields for live tool validation.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Priority should be recalculated after validated metrics and SERP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45D"/>
                </a:solidFill>
              </a:defRPr>
            </a:pPr>
            <a:r>
              <a:t>Day 4 — Competitor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Competitor-gap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Benchmarked internship themes against established competitors.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Separated competitor-theme overlap from verified ranking gaps.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Actual Ahrefs/SEMrush Keyword Gap exports should be used for exact ranking claims.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High-value gap candidates should combine competitor presence, search intent, business relevance and validated difficulty.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Evidence screenshots/exports should accompany final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62A3"/>
                </a:solidFill>
              </a:defRPr>
            </a:pPr>
            <a:r>
              <a:t>Benchmark set: Internshala • AICTE Internship Portal • InternCircle • Growfinix • Urban Fingers • Workora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45D"/>
                </a:solidFill>
              </a:defRPr>
            </a:pPr>
            <a:r>
              <a:t>Day 5 — Keyword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Content pillars and information architecture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25880"/>
          <a:ext cx="64008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55448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• One primary keyword per landing page; close variants become secondary.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• Commercial/transactional terms map to landing pages.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• Question/informational terms support blog and guide content.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• Supporting content links upward to the relevant pillar and application CTA.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45D"/>
                </a:solidFill>
              </a:defRPr>
            </a:pPr>
            <a:r>
              <a:t>Day 6 — Final SEO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From keyword research to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On-page: unique title tags, H1s and benefit-led meta descriptions.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Technical: indexation, sitemap, robots, canonicalization and Core Web Vitals.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Content: original internship projects, certificates, FAQs and student outcomes.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Internal linking: pillar → cluster → supporting content hierarchy.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Measurement: impressions, clicks, CTR, average position, indexed pages and organic applications.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66360"/>
            <a:ext cx="2331720" cy="82296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8345D"/>
                </a:solidFill>
              </a:defRPr>
            </a:pPr>
            <a:r>
              <a:t>Days 1–7</a:t>
            </a:r>
          </a:p>
          <a:p>
            <a:pPr algn="ctr">
              <a:defRPr sz="1100"/>
            </a:pPr>
            <a:r>
              <a:t>Technical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5166360"/>
            <a:ext cx="2331720" cy="82296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8345D"/>
                </a:solidFill>
              </a:defRPr>
            </a:pPr>
            <a:r>
              <a:t>8–14</a:t>
            </a:r>
          </a:p>
          <a:p>
            <a:pPr algn="ctr">
              <a:defRPr sz="1100"/>
            </a:pPr>
            <a:r>
              <a:t>Pillars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5166360"/>
            <a:ext cx="2331720" cy="82296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8345D"/>
                </a:solidFill>
              </a:defRPr>
            </a:pPr>
            <a:r>
              <a:t>15–21</a:t>
            </a:r>
          </a:p>
          <a:p>
            <a:pPr algn="ctr">
              <a:defRPr sz="1100"/>
            </a:pPr>
            <a:r>
              <a:t>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5166360"/>
            <a:ext cx="2331720" cy="82296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8345D"/>
                </a:solidFill>
              </a:defRPr>
            </a:pPr>
            <a:r>
              <a:t>22–30</a:t>
            </a:r>
          </a:p>
          <a:p>
            <a:pPr algn="ctr">
              <a:defRPr sz="1100"/>
            </a:pPr>
            <a:r>
              <a:t>Measure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45D"/>
                </a:solidFill>
              </a:defRPr>
            </a:pPr>
            <a:r>
              <a:t>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Final project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14884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2962A3"/>
                </a:solidFill>
              </a:defRPr>
            </a:pPr>
            <a:r>
              <a:t>153</a:t>
            </a:r>
          </a:p>
          <a:p>
            <a:pPr algn="ctr">
              <a:defRPr sz="1100"/>
            </a:pPr>
            <a:r>
              <a:t>Keywords analyzed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14884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2962A3"/>
                </a:solidFill>
              </a:defRPr>
            </a:pPr>
            <a:r>
              <a:t>8</a:t>
            </a:r>
          </a:p>
          <a:p>
            <a:pPr algn="ctr">
              <a:defRPr sz="1100"/>
            </a:pPr>
            <a:r>
              <a:t>Core content pillars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14884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2962A3"/>
                </a:solidFill>
              </a:defRPr>
            </a:pPr>
            <a:r>
              <a:t>85</a:t>
            </a:r>
          </a:p>
          <a:p>
            <a:pPr algn="ctr">
              <a:defRPr sz="1100"/>
            </a:pPr>
            <a:r>
              <a:t>High-priority planning targets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14884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296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2962A3"/>
                </a:solidFill>
              </a:defRPr>
            </a:pPr>
            <a:r>
              <a:t>30</a:t>
            </a:r>
          </a:p>
          <a:p>
            <a:pPr algn="ctr">
              <a:defRPr sz="1100"/>
            </a:pPr>
            <a:r>
              <a:t>Day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Core opportunities center on free online internships, digital marketing, SEO, web/full-stack, student/fresher, remote, certificate, AI/Data Science and UI/UX themes.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Priority figures are planning signals and should be revalidated with live SEO-tool metrics.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Final architecture is designed to reduce cannibalization and strengthen topical authority.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45D"/>
                </a:solidFill>
              </a:defRPr>
            </a:pPr>
            <a:r>
              <a:t>30-Day SEO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Recommended implementation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Week 1: audit crawlability, indexation, sitemap, robots and canonicalization.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Week 2: publish/optimize the highest-relevance pillar and landing pages.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Week 3: publish long-tail/question content and strengthen internal links.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Week 4: review Search Console/analytics, CTR, positions and organic applications; iterate.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Maintain a weekly evidence log of changes, rankings and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45D"/>
                </a:solidFill>
              </a:defRPr>
            </a:pPr>
            <a:r>
              <a:t>Conclusion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DM-SEO-002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Learned how to move from seed keywords to a structured SEO content strategy.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Applied search-intent classification, prioritization, competitor-gap thinking and topic clustering.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Built a scalable pillar-and-supporting-content architecture for FreeInternships.in.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Created an actionable technical SEO and measurement roadmap.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Next step: validate live Ahrefs/SEMrush/GKP metrics, attach evidence, publish priority pages and measure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345D"/>
                </a:solidFill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